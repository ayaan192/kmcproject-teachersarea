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61" r:id="rId3"/>
    <p:sldId id="260" r:id="rId4"/>
    <p:sldId id="258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1101B-865D-497A-B2DA-27BD589FF0B4}" v="17" dt="2026-02-07T17:34:24.067"/>
    <p1510:client id="{09B1D4C3-C3D0-4D40-AA37-696D75B08732}" v="7" dt="2026-02-07T17:38:08.275"/>
    <p1510:client id="{2CB4B57A-8349-4DED-BDCC-639B199BA097}" v="899" dt="2026-02-07T17:32:20.694"/>
    <p1510:client id="{C3033662-B34D-4C41-9672-ADBBF3CF27D8}" v="23" dt="2026-02-07T14:00:41.425"/>
    <p1510:client id="{ED24F841-6FA2-4154-8506-2CA9D2A8D531}" v="487" dt="2026-02-07T14:53:21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3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059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8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2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9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8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4F76144-149E-4874-93A5-554A0357CF82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6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8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9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31BA835-12AC-4E8F-955A-EA3F4DE2791F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39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0FCCB5E9-3DB4-3468-73BF-068479C31D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521" r="9091" b="960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DC6AE7-5386-785D-0771-D40F67F59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49820"/>
            <a:ext cx="5230366" cy="4005454"/>
          </a:xfrm>
        </p:spPr>
        <p:txBody>
          <a:bodyPr anchor="t">
            <a:normAutofit/>
          </a:bodyPr>
          <a:lstStyle/>
          <a:p>
            <a:r>
              <a:rPr lang="en-US" sz="6800" dirty="0"/>
              <a:t>KMC-SCHOOL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4847D-ABBB-443C-8EC8-A865CD449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54286"/>
            <a:ext cx="12192000" cy="2503714"/>
          </a:xfrm>
        </p:spPr>
        <p:txBody>
          <a:bodyPr anchor="b">
            <a:normAutofit/>
          </a:bodyPr>
          <a:lstStyle/>
          <a:p>
            <a:r>
              <a:rPr lang="en-US" dirty="0"/>
              <a:t>This is a website based in html, </a:t>
            </a:r>
            <a:r>
              <a:rPr lang="en-US" dirty="0" err="1"/>
              <a:t>css</a:t>
            </a:r>
            <a:r>
              <a:rPr lang="en-US" dirty="0"/>
              <a:t> and </a:t>
            </a:r>
            <a:r>
              <a:rPr lang="en-US" dirty="0" err="1"/>
              <a:t>javascript</a:t>
            </a:r>
            <a:r>
              <a:rPr lang="en-US" dirty="0"/>
              <a:t> which helps students and teachers to manage there </a:t>
            </a:r>
            <a:r>
              <a:rPr lang="en-US" dirty="0" err="1"/>
              <a:t>daly</a:t>
            </a:r>
            <a:r>
              <a:rPr lang="en-US" dirty="0"/>
              <a:t> tasks easily. It has features for both students and teachers. </a:t>
            </a:r>
          </a:p>
        </p:txBody>
      </p:sp>
    </p:spTree>
    <p:extLst>
      <p:ext uri="{BB962C8B-B14F-4D97-AF65-F5344CB8AC3E}">
        <p14:creationId xmlns:p14="http://schemas.microsoft.com/office/powerpoint/2010/main" val="583911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9B7A6-16E6-8A3A-7CBF-ADFF3856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4402DB2C-E491-79DE-5A78-053DD5480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521" r="9091" b="960"/>
          <a:stretch>
            <a:fillRect/>
          </a:stretch>
        </p:blipFill>
        <p:spPr>
          <a:xfrm>
            <a:off x="-43523" y="30906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75AA29E-4A8F-F21B-E977-F9A55F1DA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3" y="0"/>
            <a:ext cx="9989574" cy="3598606"/>
          </a:xfrm>
        </p:spPr>
        <p:txBody>
          <a:bodyPr>
            <a:normAutofit/>
          </a:bodyPr>
          <a:lstStyle/>
          <a:p>
            <a:r>
              <a:rPr lang="en-US" sz="6800" dirty="0"/>
              <a:t>STUDENTS-AREA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7A378C9-9278-63F3-E2E5-B415FA655A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1" y="4274255"/>
            <a:ext cx="1214845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area has mainl</a:t>
            </a:r>
            <a:r>
              <a:rPr lang="en-US" altLang="en-US" cap="none" dirty="0">
                <a:solidFill>
                  <a:schemeClr val="tx1"/>
                </a:solidFill>
                <a:latin typeface="Arial" panose="020B0604020202020204" pitchFamily="34" charset="0"/>
              </a:rPr>
              <a:t>y 3 features Timetable, Notices and homework. They can view their daily routine through timetable page , They can know about competition in school or any event in school through Notices page and they can know their </a:t>
            </a:r>
            <a:r>
              <a:rPr lang="en-US" altLang="en-US" cap="none" dirty="0" err="1">
                <a:solidFill>
                  <a:schemeClr val="tx1"/>
                </a:solidFill>
                <a:latin typeface="Arial" panose="020B0604020202020204" pitchFamily="34" charset="0"/>
              </a:rPr>
              <a:t>homeworks</a:t>
            </a:r>
            <a:r>
              <a:rPr lang="en-US" altLang="en-US" cap="none" dirty="0">
                <a:solidFill>
                  <a:schemeClr val="tx1"/>
                </a:solidFill>
                <a:latin typeface="Arial" panose="020B0604020202020204" pitchFamily="34" charset="0"/>
              </a:rPr>
              <a:t> through homework page. It has one more feature for parents to complain to class teachers or give feedback.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972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1FE9E-1158-DDF1-C0BA-C1B3BC39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F8BBDE92-5BD5-D805-C119-6C8C2165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-76821" y="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98745C7-E369-0148-CF2C-BF49BCE76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42" y="0"/>
            <a:ext cx="9989574" cy="1413862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Features of Students Area.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C34ED26-78BB-5AF2-B06D-9E9E569CE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62994"/>
            <a:ext cx="12191978" cy="24950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 Light"/>
                <a:cs typeface="Calibri Light"/>
              </a:rPr>
              <a:t>Online homework viewing: Students can view their homework through </a:t>
            </a:r>
            <a:r>
              <a:rPr lang="en-US" err="1">
                <a:ea typeface="Calibri Light"/>
                <a:cs typeface="Calibri Light"/>
              </a:rPr>
              <a:t>kmc</a:t>
            </a:r>
            <a:r>
              <a:rPr lang="en-US" dirty="0">
                <a:ea typeface="Calibri Light"/>
                <a:cs typeface="Calibri Light"/>
              </a:rPr>
              <a:t> school portal.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 Light"/>
                <a:cs typeface="Calibri Light"/>
              </a:rPr>
              <a:t>Notice viewing: students can view notices online.</a:t>
            </a:r>
            <a:endParaRPr lang="en-US" sz="2400" dirty="0">
              <a:ea typeface="Calibri Light" panose="020F0302020204030204"/>
              <a:cs typeface="Calibri Light" panose="020F0302020204030204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 Light" panose="020F0302020204030204"/>
                <a:cs typeface="Calibri Light" panose="020F0302020204030204"/>
              </a:rPr>
              <a:t>Timetable viewing: students can view their class routine online.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 Light" panose="020F0302020204030204"/>
                <a:cs typeface="Calibri Light" panose="020F0302020204030204"/>
              </a:rPr>
              <a:t>Parents complain: parents can give feedback online.</a:t>
            </a:r>
          </a:p>
          <a:p>
            <a:endParaRPr lang="en-US" dirty="0"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37122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E6B31-5490-A791-F37A-BEEA39ACB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8D488122-85A3-2734-E3EC-CBDCB99BB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8D5533E-873B-26EC-A9A7-D9025939F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387" y="-3048"/>
            <a:ext cx="10058400" cy="1257070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TEACHERS-AREA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D7C6CB4-6153-B46B-8CAD-95F0C542C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62994"/>
            <a:ext cx="12191978" cy="24950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Calibri Light"/>
                <a:cs typeface="Calibri Light"/>
              </a:rPr>
              <a:t>TEachers</a:t>
            </a:r>
            <a:r>
              <a:rPr lang="en-US" dirty="0">
                <a:ea typeface="Calibri Light"/>
                <a:cs typeface="Calibri Light"/>
              </a:rPr>
              <a:t> area is designed for our teachers to manage their teaching life by providing time saving services like digital </a:t>
            </a:r>
            <a:r>
              <a:rPr lang="en-US" dirty="0" err="1">
                <a:ea typeface="Calibri Light"/>
                <a:cs typeface="Calibri Light"/>
              </a:rPr>
              <a:t>attendAnce</a:t>
            </a:r>
            <a:r>
              <a:rPr lang="en-US" dirty="0">
                <a:ea typeface="Calibri Light"/>
                <a:cs typeface="Calibri Light"/>
              </a:rPr>
              <a:t> , to do task manager , viewing their class routine, informing students about any group work or competition online.</a:t>
            </a:r>
            <a:endParaRPr lang="en-US" sz="24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1308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2ACA4-576C-570D-028D-CF26AAA5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6B7F103B-E592-0415-94C4-2F60DF057C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E41F483-96A7-996B-7044-E10C8097A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45" y="0"/>
            <a:ext cx="9989574" cy="232860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FEATURES OF TEACHERS-AREA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D1923E9-D9B7-7BAF-176F-0DD2EE498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" y="4000063"/>
            <a:ext cx="11672433" cy="2726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Digital </a:t>
            </a:r>
            <a:r>
              <a:rPr lang="en-US" dirty="0" err="1">
                <a:ea typeface="Calibri Light"/>
                <a:cs typeface="Calibri Light"/>
              </a:rPr>
              <a:t>attEndance</a:t>
            </a:r>
            <a:r>
              <a:rPr lang="en-US" dirty="0">
                <a:ea typeface="Calibri Light"/>
                <a:cs typeface="Calibri Light"/>
              </a:rPr>
              <a:t>: Digital </a:t>
            </a:r>
            <a:r>
              <a:rPr lang="en-US" dirty="0" err="1">
                <a:ea typeface="Calibri Light"/>
                <a:cs typeface="Calibri Light"/>
              </a:rPr>
              <a:t>attendence</a:t>
            </a:r>
            <a:r>
              <a:rPr lang="en-US" dirty="0">
                <a:ea typeface="Calibri Light"/>
                <a:cs typeface="Calibri Light"/>
              </a:rPr>
              <a:t> helps teachers to do </a:t>
            </a:r>
            <a:r>
              <a:rPr lang="en-US" dirty="0" err="1">
                <a:ea typeface="Calibri Light"/>
                <a:cs typeface="Calibri Light"/>
              </a:rPr>
              <a:t>attendAnce</a:t>
            </a:r>
            <a:r>
              <a:rPr lang="en-US" dirty="0">
                <a:ea typeface="Calibri Light"/>
                <a:cs typeface="Calibri Light"/>
              </a:rPr>
              <a:t> online without calling students name loud.</a:t>
            </a:r>
          </a:p>
          <a:p>
            <a:r>
              <a:rPr lang="en-US" dirty="0">
                <a:ea typeface="Calibri Light"/>
                <a:cs typeface="Calibri Light"/>
              </a:rPr>
              <a:t>Update notices- teachers can upload notices through their phone.</a:t>
            </a:r>
            <a:endParaRPr lang="en-US" sz="2400" dirty="0">
              <a:ea typeface="Calibri Light"/>
              <a:cs typeface="Calibri Light"/>
            </a:endParaRPr>
          </a:p>
          <a:p>
            <a:r>
              <a:rPr lang="en-US" dirty="0">
                <a:ea typeface="Calibri Light"/>
                <a:cs typeface="Calibri Light"/>
              </a:rPr>
              <a:t>Send homework- teacher can send </a:t>
            </a:r>
            <a:r>
              <a:rPr lang="en-US" dirty="0" err="1">
                <a:ea typeface="Calibri Light"/>
                <a:cs typeface="Calibri Light"/>
              </a:rPr>
              <a:t>homeworks</a:t>
            </a:r>
            <a:r>
              <a:rPr lang="en-US" dirty="0">
                <a:ea typeface="Calibri Light"/>
                <a:cs typeface="Calibri Light"/>
              </a:rPr>
              <a:t> online.</a:t>
            </a: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4386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1690C-DFCE-D489-EA9B-0503092CC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1C172A53-C26B-4E29-1CAC-36884F4C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BEF2CC4-3CC3-6354-EA3F-299941023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45" y="0"/>
            <a:ext cx="9989574" cy="128951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Problem I saw.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79B8698-1C5C-5227-B2AA-4FF05ACA6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" y="2545336"/>
            <a:ext cx="12194237" cy="4102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Manual attendance: teachers have to always carry attendance register in first hour and they need to mark everybody present/absent for 10 minutes</a:t>
            </a:r>
          </a:p>
          <a:p>
            <a:r>
              <a:rPr lang="en-US" dirty="0">
                <a:ea typeface="Calibri Light"/>
                <a:cs typeface="Calibri Light"/>
              </a:rPr>
              <a:t>Parent-teachers communication: Parents have to complain but sometime they don’t have time to go school office due to their office work.</a:t>
            </a:r>
          </a:p>
          <a:p>
            <a:r>
              <a:rPr lang="en-US" dirty="0">
                <a:ea typeface="Calibri Light"/>
                <a:cs typeface="Calibri Light"/>
              </a:rPr>
              <a:t>Homework sending- students have to carry their diary daily if they forget they </a:t>
            </a:r>
            <a:r>
              <a:rPr lang="en-US" dirty="0" err="1">
                <a:ea typeface="Calibri Light"/>
                <a:cs typeface="Calibri Light"/>
              </a:rPr>
              <a:t>cant</a:t>
            </a:r>
            <a:r>
              <a:rPr lang="en-US" dirty="0">
                <a:ea typeface="Calibri Light"/>
                <a:cs typeface="Calibri Light"/>
              </a:rPr>
              <a:t> remember their homework.</a:t>
            </a:r>
          </a:p>
          <a:p>
            <a:r>
              <a:rPr lang="en-US" dirty="0">
                <a:ea typeface="Calibri Light"/>
                <a:cs typeface="Calibri Light"/>
              </a:rPr>
              <a:t>Notice: school has to waste </a:t>
            </a:r>
            <a:r>
              <a:rPr lang="en-US" dirty="0" err="1">
                <a:ea typeface="Calibri Light"/>
                <a:cs typeface="Calibri Light"/>
              </a:rPr>
              <a:t>hunderds</a:t>
            </a:r>
            <a:r>
              <a:rPr lang="en-US" dirty="0">
                <a:ea typeface="Calibri Light"/>
                <a:cs typeface="Calibri Light"/>
              </a:rPr>
              <a:t> of paper to print notice.</a:t>
            </a: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938218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40765-58A8-39CC-62FE-1644BB9F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53725D0E-F527-FA69-A167-8D27AC595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6786660-6B81-353B-88EF-D9E98D508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45" y="0"/>
            <a:ext cx="9989574" cy="128951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Solution for this 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ED250D9-DF9A-9D04-656A-B3AF70F9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" y="2545336"/>
            <a:ext cx="12194237" cy="4102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Digital attendance: now teachers can mark present/absent to any students in just 1 minutes without screaming.</a:t>
            </a:r>
          </a:p>
          <a:p>
            <a:r>
              <a:rPr lang="en-US" dirty="0">
                <a:ea typeface="Calibri Light"/>
                <a:cs typeface="Calibri Light"/>
              </a:rPr>
              <a:t>Digital parents communication: parents can write and send feedback to class teachers through our webpage.</a:t>
            </a:r>
          </a:p>
          <a:p>
            <a:r>
              <a:rPr lang="en-US" dirty="0">
                <a:ea typeface="Calibri Light"/>
                <a:cs typeface="Calibri Light"/>
              </a:rPr>
              <a:t>Digital homework uploader and viewer: now teachers can use our digital homework service to upload </a:t>
            </a:r>
            <a:r>
              <a:rPr lang="en-US" dirty="0" err="1">
                <a:ea typeface="Calibri Light"/>
                <a:cs typeface="Calibri Light"/>
              </a:rPr>
              <a:t>homeworks</a:t>
            </a:r>
            <a:r>
              <a:rPr lang="en-US" dirty="0">
                <a:ea typeface="Calibri Light"/>
                <a:cs typeface="Calibri Light"/>
              </a:rPr>
              <a:t> without diary.</a:t>
            </a:r>
          </a:p>
          <a:p>
            <a:r>
              <a:rPr lang="en-US" dirty="0">
                <a:ea typeface="Calibri Light"/>
                <a:cs typeface="Calibri Light"/>
              </a:rPr>
              <a:t>Digital notice: now by using </a:t>
            </a:r>
            <a:r>
              <a:rPr lang="en-US" dirty="0" err="1">
                <a:ea typeface="Calibri Light"/>
                <a:cs typeface="Calibri Light"/>
              </a:rPr>
              <a:t>kmc</a:t>
            </a:r>
            <a:r>
              <a:rPr lang="en-US" dirty="0">
                <a:ea typeface="Calibri Light"/>
                <a:cs typeface="Calibri Light"/>
              </a:rPr>
              <a:t>-school </a:t>
            </a:r>
            <a:r>
              <a:rPr lang="en-US" dirty="0" err="1">
                <a:ea typeface="Calibri Light"/>
                <a:cs typeface="Calibri Light"/>
              </a:rPr>
              <a:t>protal</a:t>
            </a:r>
            <a:r>
              <a:rPr lang="en-US" dirty="0">
                <a:ea typeface="Calibri Light"/>
                <a:cs typeface="Calibri Light"/>
              </a:rPr>
              <a:t> teachers can upload notices and students can view it by sitting in their home. School don’t have to waste papers.</a:t>
            </a: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78735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7F085-CD1F-31F3-9AEB-7FCB62A5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25E17323-9E97-4858-7A96-5022BBB72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E7A4E5B-57E5-84D1-9357-854E95D31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912" y="5565494"/>
            <a:ext cx="9989574" cy="128951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WIRE-FRAME DIGRAM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5F794E7-7DDA-97A4-6F0D-1EC01E417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" y="2545336"/>
            <a:ext cx="12194237" cy="41023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3" name="Picture 2" descr="A diagram of a school&#10;&#10;AI-generated content may be incorrect.">
            <a:extLst>
              <a:ext uri="{FF2B5EF4-FFF2-40B4-BE49-F238E27FC236}">
                <a16:creationId xmlns:a16="http://schemas.microsoft.com/office/drawing/2014/main" id="{51D955DD-5B53-CC11-A63C-2B1068C7A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" y="0"/>
            <a:ext cx="12200244" cy="556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30533-8A57-A264-209C-BC7C1735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7EE19FAF-3DB3-40B7-D1A0-FF90AB455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55DD89E-A48B-A9E0-201F-BBCA147C5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912" y="5565494"/>
            <a:ext cx="9989574" cy="1289517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WORK -FLOW DIGRAM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FD84292-BD21-9274-40A2-B746377F1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" y="2545336"/>
            <a:ext cx="12194237" cy="41023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2" name="Picture 1" descr="A diagram of a teacher management portal&#10;&#10;AI-generated content may be incorrect.">
            <a:extLst>
              <a:ext uri="{FF2B5EF4-FFF2-40B4-BE49-F238E27FC236}">
                <a16:creationId xmlns:a16="http://schemas.microsoft.com/office/drawing/2014/main" id="{119B0E10-5E56-9C57-B012-B262D552B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330"/>
            <a:ext cx="12192000" cy="502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54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F8AE5-E38D-9229-3996-DFD10D98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6213A717-27AD-0C54-4418-F2485EAD18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55B89BB-48E6-A2FF-93D5-90418BB29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4336" y="2332766"/>
            <a:ext cx="5371393" cy="128951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THANKYOU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C045F10-91E8-52E7-1344-4CA5071DE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" y="2545336"/>
            <a:ext cx="12194237" cy="41023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33870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</TotalTime>
  <Words>317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KMC-SCHOOL PORTAL</vt:lpstr>
      <vt:lpstr>STUDENTS-AREA</vt:lpstr>
      <vt:lpstr>Features of Students Area.</vt:lpstr>
      <vt:lpstr>TEACHERS-AREA</vt:lpstr>
      <vt:lpstr>FEATURES OF TEACHERS-AREA</vt:lpstr>
      <vt:lpstr>Problem I saw.</vt:lpstr>
      <vt:lpstr>Solution for this </vt:lpstr>
      <vt:lpstr>WIRE-FRAME DIGRAM</vt:lpstr>
      <vt:lpstr>WORK -FLOW DIGRAM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Ayaan Ansari</dc:creator>
  <cp:lastModifiedBy>Ayaan Ansari</cp:lastModifiedBy>
  <cp:revision>218</cp:revision>
  <dcterms:created xsi:type="dcterms:W3CDTF">2026-02-02T14:53:02Z</dcterms:created>
  <dcterms:modified xsi:type="dcterms:W3CDTF">2026-02-07T17:38:10Z</dcterms:modified>
</cp:coreProperties>
</file>